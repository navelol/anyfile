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B47BC-E69E-0879-6567-0D8800727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50E19-8D15-26E6-1C16-38733424F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73743-B5F0-6FD3-AC2A-521664569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89B76-6828-4866-B689-41CA9583845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166CD-0144-9805-D020-7D4D09CC9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9D2BA-9AEE-1F26-6B7A-9451F7C6F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196C-298D-408B-8E42-CFBCFC8EB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626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76328-23B6-0B7F-C7D1-3DA950B4C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C6EA3-27FC-3707-E685-D56107D90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4C776-4616-A432-C95F-93E05FBD5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89B76-6828-4866-B689-41CA9583845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09BB7-83A0-6A56-19DD-816BDB209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DE059-0003-FB61-DF4D-023AB0CEF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196C-298D-408B-8E42-CFBCFC8EB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4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C2758-8340-A154-DB90-A31E045FD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303C2-92E4-73E8-57AB-A6B0DABA6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1E8CA-A33D-7FBC-5598-E258A384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89B76-6828-4866-B689-41CA9583845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8973A-A67B-A5BD-02A9-DFF8F5EFA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D66E3-B503-5A9D-7AD0-74783E741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196C-298D-408B-8E42-CFBCFC8EB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FD5B3-D839-E92B-0941-DD7E2F46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FBB5F-2521-4F77-4E66-832940524C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B99392-27BB-A9C0-BEB6-74D7ACF4B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1F278-01A6-95F7-FD6A-E5A6AC38F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89B76-6828-4866-B689-41CA9583845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0AA81-0921-863B-17B2-BB193A946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F8B27-D9EB-2A78-3DE9-284968E6A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196C-298D-408B-8E42-CFBCFC8EB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0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D3F23-AFF9-A1DD-D97B-78B274F89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DD079-0903-2388-42A3-E37E23350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347B86-ACB6-A2FB-CB9E-EAABCC0AF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3C6701-FD32-E27A-5337-700712049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0B407B-8444-01B3-D5BB-30EE5B4CC1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FB13D5-3901-7280-5DC1-8E7325686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89B76-6828-4866-B689-41CA9583845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FB07A8-09D5-E12D-2055-10E1ED47D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2CA0DC-1754-58E6-FB21-044E6196F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196C-298D-408B-8E42-CFBCFC8EB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10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5B4A5-BF44-A442-7010-2F082D8D8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AD084-22F3-DD60-163F-3188F28F0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89B76-6828-4866-B689-41CA9583845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F01D81-7CAB-DC47-5D61-7C25D95C3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E03B9F-AE54-C7EA-EC4C-B3E18446E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196C-298D-408B-8E42-CFBCFC8EB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091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8A94AE-B149-B301-213A-A85B8EF6C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89B76-6828-4866-B689-41CA9583845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8540DF-70BB-D36C-F24D-6E18F5252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10031-74AD-01AF-ABB3-63451E359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196C-298D-408B-8E42-CFBCFC8EB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887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79ABC-255C-AB54-6FBA-BD496B68C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3B549-5FC0-EC91-019F-E71675F47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B679FD-A6E2-2856-8E5F-4CC6D90412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5D5DA6-2809-6411-B93C-D1D4DB18C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89B76-6828-4866-B689-41CA9583845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D16A9-E7EA-AC05-07A4-10EE305F4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94708-D7EA-1968-92DE-7BBF8F27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196C-298D-408B-8E42-CFBCFC8EB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037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6CD8B-21B8-5712-1524-F665789DA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A3E79-AEC7-5BF3-5CB4-367B4D7902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D7AFD4-896F-12A3-2F78-4533223A0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08C285-CA60-4B54-E779-52CEB8D8C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89B76-6828-4866-B689-41CA9583845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B397B-5E0D-CEB6-4E7A-E525CE21A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EA8C3-6AA1-295E-2057-7A614C432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196C-298D-408B-8E42-CFBCFC8EB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308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C532E-8544-D0E2-9D62-3C9770B1A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B2493A-45FA-9D68-3F05-EF646AA14B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B08EE-85A9-91FB-CDFF-67E268747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89B76-6828-4866-B689-41CA9583845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82621-2B43-3DA6-2E1F-78511C69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AE80B-E7E2-5FF2-B711-00E14182D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196C-298D-408B-8E42-CFBCFC8EB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099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6343BF-C2B7-5E89-2447-1B5CE50C97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429C86-111C-9237-41D4-E2A1E89520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65F01-AFC5-F615-E145-173A9E341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89B76-6828-4866-B689-41CA9583845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D60F5-7540-1EC7-C32C-08D678DB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6B9AB-A8D6-66B8-36D6-31FD407B6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196C-298D-408B-8E42-CFBCFC8EB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34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A6A822-24BC-4C96-F61C-7F65EC594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D7E82-A4AC-50C6-57AF-E20F14894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0E79E-B705-5106-E0F7-AA8A98F730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E89B76-6828-4866-B689-41CA9583845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F6FD3-F0FA-D8EC-3A63-E1E3FDE884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12ADE-D06D-B01B-ECE5-98E9A91BBB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50196C-298D-408B-8E42-CFBCFC8EB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630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12DEC-F36E-65F4-082B-0DA06B6A50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Hello World!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5C19F2-3058-B6B8-6553-9640CD6243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This is a test</a:t>
            </a:r>
          </a:p>
        </p:txBody>
      </p:sp>
    </p:spTree>
    <p:extLst>
      <p:ext uri="{BB962C8B-B14F-4D97-AF65-F5344CB8AC3E}">
        <p14:creationId xmlns:p14="http://schemas.microsoft.com/office/powerpoint/2010/main" val="1385753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Hello World!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Pierce</dc:creator>
  <cp:lastModifiedBy>Evan Pierce</cp:lastModifiedBy>
  <cp:revision>1</cp:revision>
  <dcterms:created xsi:type="dcterms:W3CDTF">2026-03-01T16:03:12Z</dcterms:created>
  <dcterms:modified xsi:type="dcterms:W3CDTF">2026-03-01T16:03:26Z</dcterms:modified>
</cp:coreProperties>
</file>